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5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product_background_scene_in_a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DCE8F7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5" name="Text 2"/>
          <p:cNvSpPr/>
          <p:nvPr/>
        </p:nvSpPr>
        <p:spPr>
          <a:xfrm>
            <a:off x="685800" y="11430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Разработка конфигурации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 платформе 1С:Предприятие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13232" y="233172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CE8F7"/>
                </a:solidFill>
              </a:rPr>
              <a:t>для учета и подбора автозапчастей по совместимости с автомобилями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13232" y="3127248"/>
            <a:ext cx="2240280" cy="0"/>
          </a:xfrm>
          <a:prstGeom prst="line">
            <a:avLst/>
          </a:prstGeom>
          <a:noFill/>
          <a:ln w="38100">
            <a:solidFill>
              <a:srgbClr val="F4C95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401568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dirty="0">
                <a:solidFill>
                  <a:srgbClr val="C6D6E8"/>
                </a:solidFill>
              </a:rPr>
              <a:t>Выполнил: Баранцев Евгений Дмитриевич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C6D6E8"/>
                </a:solidFill>
              </a:rPr>
              <a:t>Руководитель практики: Махнев Александр Анатольевич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C6D6E8"/>
                </a:solidFill>
              </a:rPr>
              <a:t>Группа: 23П-2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626364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AEA"/>
                </a:solidFill>
              </a:rPr>
              <a:t>1С:Предприятие • CRUD • отчеты • роли • резервное копирование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267B1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283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267B1"/>
                </a:solidFill>
              </a:rPr>
              <a:t>1. АНАЛИЗ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Анализ и предварительная обработка информации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5758B"/>
                </a:solidFill>
              </a:rPr>
              <a:t>Предметная область — учет и подбор автозапчастей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4A6"/>
                </a:solidFill>
              </a:rPr>
              <a:t>Производственная практика • 1С:Предприятие • учет и подбор автозапчастей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64208"/>
            <a:ext cx="73152" cy="923544"/>
          </a:xfrm>
          <a:prstGeom prst="rect">
            <a:avLst/>
          </a:prstGeom>
          <a:solidFill>
            <a:srgbClr val="D94D45"/>
          </a:solidFill>
          <a:ln w="12700">
            <a:solidFill>
              <a:srgbClr val="D94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Проблема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020824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Одна запчасть может подходить нескольким автомобилям, а один автомобиль имеет множество совместимых деталей.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1664208"/>
            <a:ext cx="73152" cy="923544"/>
          </a:xfrm>
          <a:prstGeom prst="rect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Риск ошибки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27448" y="2020824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Неверный подбор приводит к возвратам, потере времени и снижению качества обслуживания.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138160" y="15087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1664208"/>
            <a:ext cx="73152" cy="923544"/>
          </a:xfrm>
          <a:prstGeom prst="rect">
            <a:avLst/>
          </a:prstGeom>
          <a:solidFill>
            <a:srgbClr val="2EAD78"/>
          </a:solidFill>
          <a:ln w="12700">
            <a:solidFill>
              <a:srgbClr val="2EAD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Решение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30768" y="2020824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Данные об автомобилях разделены на марку, модель, поколение и модификацию.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22960" y="379476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267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922776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E34"/>
                </a:solidFill>
              </a:rPr>
              <a:t>Марка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914400" y="42336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5758B"/>
                </a:solidFill>
              </a:rPr>
              <a:t>Mercedes-Benz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2240280" y="4206240"/>
            <a:ext cx="594360" cy="0"/>
          </a:xfrm>
          <a:prstGeom prst="line">
            <a:avLst/>
          </a:prstGeom>
          <a:noFill/>
          <a:ln w="17780">
            <a:solidFill>
              <a:srgbClr val="98A6B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834640" y="379476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267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3922776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E34"/>
                </a:solidFill>
              </a:rPr>
              <a:t>Модель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2926080" y="42336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5758B"/>
                </a:solidFill>
              </a:rPr>
              <a:t>E-Class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251960" y="4206240"/>
            <a:ext cx="594360" cy="0"/>
          </a:xfrm>
          <a:prstGeom prst="line">
            <a:avLst/>
          </a:prstGeom>
          <a:noFill/>
          <a:ln w="17780">
            <a:solidFill>
              <a:srgbClr val="98A6B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46320" y="379476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267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922776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E34"/>
                </a:solidFill>
              </a:rPr>
              <a:t>Поколение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937760" y="42336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5758B"/>
                </a:solidFill>
              </a:rPr>
              <a:t>W210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263640" y="4206240"/>
            <a:ext cx="594360" cy="0"/>
          </a:xfrm>
          <a:prstGeom prst="line">
            <a:avLst/>
          </a:prstGeom>
          <a:noFill/>
          <a:ln w="17780">
            <a:solidFill>
              <a:srgbClr val="98A6B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379476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267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3922776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E34"/>
                </a:solidFill>
              </a:rPr>
              <a:t>Модификация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6949440" y="42336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5758B"/>
                </a:solidFill>
              </a:rPr>
              <a:t>2.0 MT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8549640" y="4206240"/>
            <a:ext cx="594360" cy="0"/>
          </a:xfrm>
          <a:prstGeom prst="line">
            <a:avLst/>
          </a:prstGeom>
          <a:noFill/>
          <a:ln w="17780">
            <a:solidFill>
              <a:srgbClr val="98A6B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44000" y="37947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EAD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17152" y="392277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E34"/>
                </a:solidFill>
              </a:rPr>
              <a:t>Запчасти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9235440" y="423367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5758B"/>
                </a:solidFill>
              </a:rPr>
              <a:t>артикул, OEM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1005840" y="5669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E34"/>
                </a:solidFill>
              </a:rPr>
              <a:t>Примеры автомобилей: Mercedes-Benz E-Class W210, Chevrolet Blazer S15, Honda CR-V RD1, Volkswagen Transporter T4.</a:t>
            </a:r>
            <a:endParaRPr lang="en-US" sz="12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267B1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283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267B1"/>
                </a:solidFill>
              </a:rPr>
              <a:t>2. ОБЪЕКТЫ И АТРИБУТЫ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Выделенные объекты конфигурации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5758B"/>
                </a:solidFill>
              </a:rPr>
              <a:t>Справочники, документы, регистры, отчеты и обработки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4A6"/>
                </a:solidFill>
              </a:rPr>
              <a:t>Производственная практика • 1С:Предприятие • учет и подбор автозапчастей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627120" cy="518160"/>
          </a:xfrm>
          <a:prstGeom prst="rect">
            <a:avLst/>
          </a:prstGeom>
          <a:solidFill>
            <a:srgbClr val="2267B1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Группа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312920" y="1417320"/>
            <a:ext cx="3627120" cy="518160"/>
          </a:xfrm>
          <a:prstGeom prst="rect">
            <a:avLst/>
          </a:prstGeom>
          <a:solidFill>
            <a:srgbClr val="2267B1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8640" y="146304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Объекты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940040" y="1417320"/>
            <a:ext cx="3627120" cy="518160"/>
          </a:xfrm>
          <a:prstGeom prst="rect">
            <a:avLst/>
          </a:prstGeom>
          <a:solidFill>
            <a:srgbClr val="2267B1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5760" y="146304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Назначение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85800" y="193548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98120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Справочники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312920" y="193548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8640" y="198120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Номенклатура, клиенты, автомобили, поставщики, склады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940040" y="193548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5760" y="198120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Хранение постоянных данных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85800" y="245364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49936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Документы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312920" y="245364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8640" y="249936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Поступление, реализация, заказ, перемещение, списание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940040" y="245364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5760" y="249936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Регистрация операций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85800" y="297180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01752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Регистры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312920" y="297180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8640" y="301752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Совместимость, остатки, продажи, закупки, цены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940040" y="297180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85760" y="301752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Хранение учетных данных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85800" y="348996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53568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Отчеты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312920" y="348996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8640" y="353568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Остатки, продажи, закупки, подбор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940040" y="348996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5760" y="353568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Анализ информации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85800" y="400812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05384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Обработки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312920" y="400812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58640" y="405384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Подбор и загрузка данных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7940040" y="4008120"/>
            <a:ext cx="3627120" cy="5181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5760" y="4053840"/>
            <a:ext cx="3535680" cy="426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Интерактивные действия</a:t>
            </a:r>
            <a:endParaRPr lang="en-US" sz="88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ADEAE110-21D9-17EE-DABC-4D580BA213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141"/>
          <a:stretch/>
        </p:blipFill>
        <p:spPr>
          <a:xfrm>
            <a:off x="881068" y="4617720"/>
            <a:ext cx="2139304" cy="17749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E992DB72-F5C2-155C-A4EF-202FDEDFE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593" y="4610670"/>
            <a:ext cx="3627120" cy="18107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3A97EBBA-D79A-BDEE-11E7-8E4938A57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0" y="4612640"/>
            <a:ext cx="3578225" cy="17957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267B1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283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267B1"/>
                </a:solidFill>
              </a:rPr>
              <a:t>3. ПРОЕКТИРОВАНИЕ И НОРМАЛИЗАЦИЯ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ERD-модель и нормализация базы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5758B"/>
                </a:solidFill>
              </a:rPr>
              <a:t>CASE-средство: ERD-схема в PlantUML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4A6"/>
                </a:solidFill>
              </a:rPr>
              <a:t>Производственная практика • 1С:Предприятие • учет и подбор автозапчастей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1208" y="1490472"/>
            <a:ext cx="3886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1645920"/>
            <a:ext cx="73152" cy="1837944"/>
          </a:xfrm>
          <a:prstGeom prst="rect">
            <a:avLst/>
          </a:prstGeom>
          <a:solidFill>
            <a:srgbClr val="2267B1"/>
          </a:solidFill>
          <a:ln w="12700">
            <a:solidFill>
              <a:srgbClr val="2267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Нормализация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3816" y="1761236"/>
            <a:ext cx="3520440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58B"/>
                </a:solidFill>
              </a:rPr>
              <a:t>1НФ: атомарные поля.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5758B"/>
                </a:solidFill>
              </a:rPr>
              <a:t>2НФ: атрибуты зависят от ключа.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5758B"/>
                </a:solidFill>
              </a:rPr>
              <a:t>3НФ: справочные данные вынесены в отдельные сущности.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955FA8B-0CCE-0E68-CA1F-7E02C41E7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078992"/>
            <a:ext cx="6839712" cy="52307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267B1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283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267B1"/>
                </a:solidFill>
              </a:rPr>
              <a:t>4. ПОСТРОЕНИЕ БД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Построение базы и заполнение данными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5758B"/>
                </a:solidFill>
              </a:rPr>
              <a:t>Информационная база создана в 1С:Предприятие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4A6"/>
                </a:solidFill>
              </a:rPr>
              <a:t>Производственная практика • 1С:Предприятие • учет и подбор автозапчастей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64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267B1"/>
                </a:solidFill>
              </a:rPr>
              <a:t>1000+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5758B"/>
                </a:solidFill>
              </a:rPr>
              <a:t>записей в базе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1508760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64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D78"/>
                </a:solidFill>
              </a:rPr>
              <a:t>280+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66160" y="21305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5758B"/>
                </a:solidFill>
              </a:rPr>
              <a:t>позиций номенклатуры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664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4C95D"/>
                </a:solidFill>
              </a:rPr>
              <a:t>11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217920" y="21305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5758B"/>
                </a:solidFill>
              </a:rPr>
              <a:t>модификаций автомобилей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32520" y="1508760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1664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94D45"/>
                </a:solidFill>
              </a:rPr>
              <a:t>6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869680" y="21305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5758B"/>
                </a:solidFill>
              </a:rPr>
              <a:t>резервных копий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2706624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2862072"/>
            <a:ext cx="73152" cy="1380744"/>
          </a:xfrm>
          <a:prstGeom prst="rect">
            <a:avLst/>
          </a:prstGeom>
          <a:solidFill>
            <a:srgbClr val="2267B1"/>
          </a:solidFill>
          <a:ln w="12700">
            <a:solidFill>
              <a:srgbClr val="2267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28620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Обработка загрузки демонстрационных данных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9848" y="3218688"/>
            <a:ext cx="47091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Автоматически создает автомобили, клиентов, номенклатуру, производителей, склады, совместимость и документы.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400800" y="2706624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9672" y="2862072"/>
            <a:ext cx="73152" cy="1380744"/>
          </a:xfrm>
          <a:prstGeom prst="rect">
            <a:avLst/>
          </a:prstGeom>
          <a:solidFill>
            <a:srgbClr val="2EAD78"/>
          </a:solidFill>
          <a:ln w="12700">
            <a:solidFill>
              <a:srgbClr val="2EAD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2862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CRUD-операции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93408" y="3218688"/>
            <a:ext cx="466344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Создание, просмотр, изменение и удаление выполняются через стандартные формы справочников и документов.</a:t>
            </a:r>
            <a:endParaRPr lang="en-US" sz="10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54004F2-2FA6-27E0-AFDD-A96113D33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327" y="4503853"/>
            <a:ext cx="3764466" cy="18868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982622C-25F2-A82F-066A-D982B5F1F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020" y="4488613"/>
            <a:ext cx="3771900" cy="18929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267B1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283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267B1"/>
                </a:solidFill>
              </a:rPr>
              <a:t>5 И 7. ДОСТУП И ПОЛЬЗОВАТЕЛИ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Уровни доступа, группы пользователей и пароли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5758B"/>
                </a:solidFill>
              </a:rPr>
              <a:t>Права разделены по обязанностям пользователей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4A6"/>
                </a:solidFill>
              </a:rPr>
              <a:t>Производственная практика • 1С:Предприятие • учет и подбор автозапчастей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828800" cy="502920"/>
          </a:xfrm>
          <a:prstGeom prst="rect">
            <a:avLst/>
          </a:prstGeom>
          <a:solidFill>
            <a:srgbClr val="2267B1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Пользователь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828800" cy="502920"/>
          </a:xfrm>
          <a:prstGeom prst="rect">
            <a:avLst/>
          </a:prstGeom>
          <a:solidFill>
            <a:srgbClr val="2267B1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Роль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1828800" cy="502920"/>
          </a:xfrm>
          <a:prstGeom prst="rect">
            <a:avLst/>
          </a:prstGeom>
          <a:solidFill>
            <a:srgbClr val="2267B1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Назначение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85800" y="19202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admin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514600" y="19202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Администратор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343400" y="19202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полный доступ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85800" y="242316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manager1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514600" y="242316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Менеджер по продажам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343400" y="242316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клиенты, подбор, реализации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85800" y="292608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sklad1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514600" y="292608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Кладовщик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343400" y="292608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поступления, склад, остатки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85800" y="342900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catalog1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2514600" y="342900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Специалист по каталогу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343400" y="342900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номенклатура и совместимость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85800" y="393192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97764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director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514600" y="393192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397764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Руководитель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343400" y="393192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3977640"/>
            <a:ext cx="1737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просмотр отчетов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6629400" y="141732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48272" y="1572768"/>
            <a:ext cx="73152" cy="786384"/>
          </a:xfrm>
          <a:prstGeom prst="rect">
            <a:avLst/>
          </a:prstGeom>
          <a:solidFill>
            <a:srgbClr val="2EAD78"/>
          </a:solidFill>
          <a:ln w="12700">
            <a:solidFill>
              <a:srgbClr val="2EAD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22008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Регистрация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22008" y="1929384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Каждый пользователь имеет отдельный логин и пароль. Вход выполняется через аутентификацию 1С.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629400" y="278892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48272" y="2944368"/>
            <a:ext cx="73152" cy="786384"/>
          </a:xfrm>
          <a:prstGeom prst="rect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22008" y="29443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Пароли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22008" y="3300984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В учебной базе используются демонстрационные пароли; в реальной эксплуатации требуются сложные пароли.</a:t>
            </a:r>
            <a:endParaRPr lang="en-US" sz="102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AA4651E2-35AC-B294-8417-93401AF64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4062730"/>
            <a:ext cx="4084320" cy="22072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BB29B997-7662-0CC9-53E7-93B5FEC6C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60" y="4517136"/>
            <a:ext cx="4290568" cy="18794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267B1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283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267B1"/>
                </a:solidFill>
              </a:rPr>
              <a:t>6. ЗАПРОСЫ И ОТЧЕТЫ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Отчеты для анализа данных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5758B"/>
                </a:solidFill>
              </a:rPr>
              <a:t>Отчеты построены через запросы и СКД 1С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4A6"/>
                </a:solidFill>
              </a:rPr>
              <a:t>Производственная практика • 1С:Предприятие • учет и подбор автозапчастей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44752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600200"/>
            <a:ext cx="73152" cy="923544"/>
          </a:xfrm>
          <a:prstGeom prst="rect">
            <a:avLst/>
          </a:prstGeom>
          <a:solidFill>
            <a:srgbClr val="2267B1"/>
          </a:solidFill>
          <a:ln w="12700">
            <a:solidFill>
              <a:srgbClr val="22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Остатки на складах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956816"/>
            <a:ext cx="28346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склад, запчасть, артикул, производитель, количество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050792" y="1444752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9664" y="1600200"/>
            <a:ext cx="73152" cy="923544"/>
          </a:xfrm>
          <a:prstGeom prst="rect">
            <a:avLst/>
          </a:prstGeom>
          <a:solidFill>
            <a:srgbClr val="2EAD78"/>
          </a:solidFill>
          <a:ln w="12700">
            <a:solidFill>
              <a:srgbClr val="2EA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Продажи за период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1956816"/>
            <a:ext cx="28346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клиент, автомобиль, товар, количество, сумма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54112" y="1444752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72984" y="1600200"/>
            <a:ext cx="73152" cy="923544"/>
          </a:xfrm>
          <a:prstGeom prst="rect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Закупки у поставщиков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1956816"/>
            <a:ext cx="28346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поставщик, склад, номенклатура, цена, сумма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85800" y="2801112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2956560"/>
            <a:ext cx="73152" cy="923544"/>
          </a:xfrm>
          <a:prstGeom prst="rect">
            <a:avLst/>
          </a:prstGeom>
          <a:solidFill>
            <a:srgbClr val="D94D45"/>
          </a:solidFill>
          <a:ln w="12700">
            <a:solidFill>
              <a:srgbClr val="D94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2956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Подбор запчастей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3313176"/>
            <a:ext cx="28346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модификация автомобиля и совместимые детали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85800" y="4174395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329843"/>
            <a:ext cx="73152" cy="923544"/>
          </a:xfrm>
          <a:prstGeom prst="rect">
            <a:avLst/>
          </a:prstGeom>
          <a:solidFill>
            <a:srgbClr val="39C7EF"/>
          </a:solidFill>
          <a:ln w="12700">
            <a:solidFill>
              <a:srgbClr val="39C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4329843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Контроль каталога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4686459"/>
            <a:ext cx="28346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номенклатура, OEM, категории, производители</a:t>
            </a:r>
            <a:endParaRPr lang="en-US" sz="10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8617FD-CFC7-6716-E767-604035F69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656" y="2761488"/>
            <a:ext cx="6894576" cy="3483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267B1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283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267B1"/>
                </a:solidFill>
              </a:rPr>
              <a:t>8. РЕЗЕРВНОЕ КОПИРОВАНИЕ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Резервные копии и восстановление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5758B"/>
                </a:solidFill>
              </a:rPr>
              <a:t>Создано не менее 6 копий информационной базы в формате .dt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4A6"/>
                </a:solidFill>
              </a:rPr>
              <a:t>Производственная практика • 1С:Предприятие • учет и подбор автозапчастей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618488"/>
            <a:ext cx="73152" cy="923544"/>
          </a:xfrm>
          <a:prstGeom prst="rect">
            <a:avLst/>
          </a:prstGeom>
          <a:solidFill>
            <a:srgbClr val="2267B1"/>
          </a:solidFill>
          <a:ln w="12700">
            <a:solidFill>
              <a:srgbClr val="22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618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Резервное копирование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975104"/>
            <a:ext cx="45720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Конфигуратор → Администрирование → Выгрузить информационную базу. Результат — файл .dt.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1618488"/>
            <a:ext cx="73152" cy="923544"/>
          </a:xfrm>
          <a:prstGeom prst="rect">
            <a:avLst/>
          </a:prstGeom>
          <a:solidFill>
            <a:srgbClr val="2EAD78"/>
          </a:solidFill>
          <a:ln w="12700">
            <a:solidFill>
              <a:srgbClr val="2EA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1618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E34"/>
                </a:solidFill>
              </a:rPr>
              <a:t>Восстановление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93408" y="1975104"/>
            <a:ext cx="45720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58B"/>
                </a:solidFill>
              </a:rPr>
              <a:t>Создается новая база, затем выполняется команда «Загрузить информационную базу» из файла .dt.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" y="3063240"/>
            <a:ext cx="2834640" cy="378823"/>
          </a:xfrm>
          <a:prstGeom prst="rect">
            <a:avLst/>
          </a:prstGeom>
          <a:solidFill>
            <a:srgbClr val="2267B1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08960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Файл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611880" y="3063240"/>
            <a:ext cx="2834640" cy="378823"/>
          </a:xfrm>
          <a:prstGeom prst="rect">
            <a:avLst/>
          </a:prstGeom>
          <a:solidFill>
            <a:srgbClr val="2267B1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108960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Этап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77240" y="3442063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87783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AutoParts_01_Структура.dt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611880" y="3442063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487783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структура базы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7240" y="3820886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866606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AutoParts_02_Справочники.dt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611880" y="3820886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866606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справочники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7240" y="4199709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245429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AutoParts_03_ДокументыРегистры.dt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3611880" y="4199709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4245429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документы и регистры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7240" y="4578531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624251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AutoParts_04_ОтчетыПрава.dt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611880" y="4578531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4624251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отчеты и роли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77240" y="4957354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003074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AutoParts_05_ДемоДанные.dt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611880" y="4957354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5003074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демонстрационные данные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777240" y="5336177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381897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AutoParts_06_ФинальнаяВерсия.dt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611880" y="5336177"/>
            <a:ext cx="2834640" cy="37882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0" y="5381897"/>
            <a:ext cx="2743200" cy="28738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82235"/>
                </a:solidFill>
              </a:rPr>
              <a:t>финальная версия</a:t>
            </a:r>
            <a:endParaRPr lang="en-US" sz="88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FE18CBC4-1D8C-02AB-8174-57E6B557B6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633"/>
          <a:stretch/>
        </p:blipFill>
        <p:spPr>
          <a:xfrm>
            <a:off x="6592824" y="3210850"/>
            <a:ext cx="5247695" cy="26937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267B1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283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267B1"/>
                </a:solidFill>
              </a:rPr>
              <a:t>ДЕМОНСТРАЦИЯ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Демонстрация информационной базы 1С:Предприятие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4A6"/>
                </a:solidFill>
              </a:rPr>
              <a:t>Производственная практика • 1С:Предприятие • учет и подбор автозапчастей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5C98FFA-9D3E-1C6C-9F02-5AA1325E5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32119"/>
            <a:ext cx="5643535" cy="28173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4302DB2-81EE-D48A-E54A-0FF686835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136" y="1481491"/>
            <a:ext cx="5964936" cy="3014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B3E3F05-9F5E-E269-FD48-FA4877F8D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1761" y="3268106"/>
            <a:ext cx="6100477" cy="30615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267B1"/>
                </a:solidFill>
              </a:rPr>
              <a:t>СЛОБОДСКОЙ КОЛЛЕДЖ ПЕДАГОГИКИ И СОЦИАЛЬНЫХ ОТНОШЕНИЙ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283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267B1"/>
                </a:solidFill>
              </a:rPr>
              <a:t>ИТОГИ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Итоги работы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9555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5758B"/>
                </a:solidFill>
              </a:rPr>
              <a:t>Поставленные задачи производственной практики выполнены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4A6"/>
                </a:solidFill>
              </a:rPr>
              <a:t>Производственная практика • 1С:Предприятие • учет и подбор автозапчастей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32461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67B1"/>
                </a:solidFill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18013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E34"/>
                </a:solidFill>
              </a:rPr>
              <a:t>реализована конфигурация 1С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508760"/>
            <a:ext cx="32461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AD78"/>
                </a:solidFill>
              </a:rPr>
              <a:t>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57800" y="18013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E34"/>
                </a:solidFill>
              </a:rPr>
              <a:t>создана структура данных и ERD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1508760"/>
            <a:ext cx="32461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95D"/>
                </a:solidFill>
              </a:rPr>
              <a:t>✓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961120" y="18013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E34"/>
                </a:solidFill>
              </a:rPr>
              <a:t>заполнено более 1000 записей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06040" y="3657600"/>
            <a:ext cx="32461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3840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4D45"/>
                </a:solidFill>
              </a:rPr>
              <a:t>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83280" y="39502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E34"/>
                </a:solidFill>
              </a:rPr>
              <a:t>реализованы CRUD, отчеты и подбор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3657600"/>
            <a:ext cx="32461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840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C7EF"/>
                </a:solidFill>
              </a:rPr>
              <a:t>✓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60920" y="39502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E34"/>
                </a:solidFill>
              </a:rPr>
              <a:t>настроены роли, пользователи и резервные копии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A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797</Words>
  <Application>Microsoft Office PowerPoint</Application>
  <PresentationFormat>Широкоэкранный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Учет и подбор автозапчастей</dc:title>
  <dc:subject>Производственная практика</dc:subject>
  <dc:creator>OpenAI</dc:creator>
  <cp:lastModifiedBy>silence quiescence</cp:lastModifiedBy>
  <cp:revision>3</cp:revision>
  <dcterms:created xsi:type="dcterms:W3CDTF">2026-05-26T06:08:39Z</dcterms:created>
  <dcterms:modified xsi:type="dcterms:W3CDTF">2026-05-26T06:36:59Z</dcterms:modified>
</cp:coreProperties>
</file>